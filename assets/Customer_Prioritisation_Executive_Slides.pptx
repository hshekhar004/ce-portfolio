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prioritisation under supply constraints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0195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</a:rPr>
              <a:t>A commercial decision framework for constrained automotive semiconductor supply.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761488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Problem: scarce supply creates pressure to prioritise customers using revenue, urgency or management pressure.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92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Risk: inconsistent decisions can ignore eligibility, contractual exposure, strategic value and long-term growth.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005072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4106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Output: a transparent framework that makes prioritisation explainable and governable.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27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Himanshu Shekhar | Commercial Excellence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logic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0195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</a:rPr>
              <a:t>Two stages convert complexity into an actionable prioritisation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761488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Stage 1: a non-compensable eligibility gate screens destination, end-user, route, payment and ownership considerations.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92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Stage 2: eligible programmes are assessed through six weighted commercial criteria on a 1-3-5 scale.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005072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4106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Horizons: immediate, recovery and future weighting reflects shifting commercial priorities over time.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626864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6285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Action bands: Protect, Support, Manage and Defer.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327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Himanshu Shekhar | Commercial Excellence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Managerial insight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0195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</a:rPr>
              <a:t>The case shows why static customer ranking is not enough.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761488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Priority changes by horizon: a programme can become more important as future strategic value increases.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92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Eligibility overrides attractiveness: a high-scoring programme can still fail the gate.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005072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4106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The framework supports scarce-supply allocation, management attention and investment prioritisation.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27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Himanshu Shekhar | Commercial Excellence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Consulting relevance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0195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</a:rPr>
              <a:t>A practical Commercial Excellence case, not only an academic thesis.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761488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Translates customer complexity into decision criteria, governance and actions.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92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Connects commercial value, risk, operational feasibility and stakeholder explanation.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005072"/>
            <a:ext cx="73152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4106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Shows how frontline commercial judgement can be structured for repeatable decision-making.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27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Himanshu Shekhar | Commercial Excellence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Himanshu Shekhar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Prioritisation Under Supply Constraints</dc:title>
  <dc:subject>Executive summary slides for customer prioritisation case</dc:subject>
  <dc:creator>Himanshu Shekhar</dc:creator>
  <cp:lastModifiedBy>Himanshu Shekhar</cp:lastModifiedBy>
  <cp:revision>1</cp:revision>
  <dcterms:created xsi:type="dcterms:W3CDTF">2026-07-21T14:34:49Z</dcterms:created>
  <dcterms:modified xsi:type="dcterms:W3CDTF">2026-07-21T14:34:49Z</dcterms:modified>
</cp:coreProperties>
</file>